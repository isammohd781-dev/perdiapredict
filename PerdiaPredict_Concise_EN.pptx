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479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83ACA87E-66CB-4383-8694-E833B31A8E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80000" y="180000"/>
            <a:ext cx="5551200" cy="6498000"/>
          </a:xfr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0" indent="0" algn="ctr">
              <a:buNone/>
              <a:defRPr sz="1600" i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your Image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F1C00E3-B288-43D9-9211-5C84117B94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58DB212-BFA2-403F-85EF-DFD3FF6D973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D0269AD-A6F3-4972-B828-549167453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7143" y="2741613"/>
            <a:ext cx="5438774" cy="2387600"/>
          </a:xfrm>
        </p:spPr>
        <p:txBody>
          <a:bodyPr anchor="b"/>
          <a:lstStyle>
            <a:lvl1pPr algn="l">
              <a:lnSpc>
                <a:spcPts val="5000"/>
              </a:lnSpc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81FA122-D42D-43F3-AEC3-A7786D3800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7143" y="5373688"/>
            <a:ext cx="5438774" cy="7346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5038DB-165D-48BE-8AEA-FB84B021845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977143" y="6355307"/>
            <a:ext cx="4114800" cy="24938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</p:spTree>
    <p:extLst>
      <p:ext uri="{BB962C8B-B14F-4D97-AF65-F5344CB8AC3E}">
        <p14:creationId xmlns:p14="http://schemas.microsoft.com/office/powerpoint/2010/main" val="956468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pu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2040"/>
            <a:ext cx="12188952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kern="0" spc="100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PERDIAPREDICT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68680" y="33375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FEF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AI-Powered Early-Stage Diabetes Risk 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FDC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BCSAI&amp;ML  •  Isbat University  •  Machine Learning Project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FC19A3-AA3B-4884-A217-9957FDB6F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141" y="884816"/>
            <a:ext cx="4007224" cy="40072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Scientists in protective clothing experimenting in a white room">
            <a:extLst>
              <a:ext uri="{FF2B5EF4-FFF2-40B4-BE49-F238E27FC236}">
                <a16:creationId xmlns:a16="http://schemas.microsoft.com/office/drawing/2014/main" id="{CEFD1D8B-0BE2-4FDC-BD70-44FB63429D7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0000" y="180000"/>
            <a:ext cx="5551200" cy="6498000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65A836F-346F-4099-BC7B-0D8F3B27F3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11199" y="1210236"/>
            <a:ext cx="5438774" cy="1032342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5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1FF39718-6251-4A5A-AAC7-7672293178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2918" y="2316723"/>
            <a:ext cx="5438774" cy="2298700"/>
          </a:xfrm>
        </p:spPr>
        <p:txBody>
          <a:bodyPr/>
          <a:lstStyle/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ESAM MOHAMED OSMAN</a:t>
            </a: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GONDARYA DIXITA</a:t>
            </a: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SARA ZAKARIA AHMED</a:t>
            </a: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ASIIMWE TRACY TREZA</a:t>
            </a:r>
          </a:p>
          <a:p>
            <a:pPr marL="342900" indent="-342900">
              <a:buClr>
                <a:schemeClr val="accent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BOGERE MARTHA TRONELLA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noProof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5F0145-EFD7-49DA-AD14-17BB0BE4556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34E55B-39A4-430A-9E4A-8C9A01C03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58629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43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What is PerdiaPredict?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PerdiaPredict is a web application that uses artificial intelligence to estimate a person's probability of having early-stage diabetes from self-reported symptoms, instead of laboratory blood tests. It is built with Python and released as a Streamlit application, turning a trained model into an accessible tool that anyone can use in minutes.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asset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5" y="3835725"/>
            <a:ext cx="210678" cy="2106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4128" y="373989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based inputs give instant risk scores and downloadable reports.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4416552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/home/claude/asset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5" y="4457517"/>
            <a:ext cx="210678" cy="21067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436168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 tests required just simple yes/no questions plus age and gender.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5038344"/>
            <a:ext cx="292608" cy="292608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/home/claude/asset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05" y="5079309"/>
            <a:ext cx="210678" cy="21067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24128" y="49834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PDF report the user can save or share with a doctor.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7452360" y="914400"/>
            <a:ext cx="4160520" cy="5074920"/>
          </a:xfrm>
          <a:prstGeom prst="roundRect">
            <a:avLst>
              <a:gd name="adj" fmla="val 2637"/>
            </a:avLst>
          </a:prstGeom>
          <a:solidFill>
            <a:srgbClr val="F4F9F9"/>
          </a:solidFill>
          <a:ln/>
        </p:spPr>
      </p:sp>
      <p:sp>
        <p:nvSpPr>
          <p:cNvPr id="15" name="Text 10"/>
          <p:cNvSpPr/>
          <p:nvPr/>
        </p:nvSpPr>
        <p:spPr>
          <a:xfrm>
            <a:off x="781812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7818120" y="182880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2"/>
          <p:cNvSpPr/>
          <p:nvPr/>
        </p:nvSpPr>
        <p:spPr>
          <a:xfrm>
            <a:off x="8092440" y="1645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scikit-learn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818120" y="260604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4"/>
          <p:cNvSpPr/>
          <p:nvPr/>
        </p:nvSpPr>
        <p:spPr>
          <a:xfrm>
            <a:off x="8092440" y="2423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interface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7818120" y="338328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6"/>
          <p:cNvSpPr/>
          <p:nvPr/>
        </p:nvSpPr>
        <p:spPr>
          <a:xfrm>
            <a:off x="8092440" y="32004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 PDF reports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818120" y="4160520"/>
            <a:ext cx="109728" cy="1097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18"/>
          <p:cNvSpPr/>
          <p:nvPr/>
        </p:nvSpPr>
        <p:spPr>
          <a:xfrm>
            <a:off x="8092440" y="39776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Streamlit Cloud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PerdiaPredict</a:t>
            </a: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Diabetes Risk Prediction System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CONTEXT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Background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Diabetes continues to spread rapidly worldwide, and early-stage cases often go undetected because symptoms such as excessive thirst, fatigue, or slow healing wounds are easy to dismiss. Diagnosis traditionally relies on clinical blood-glucose testing a facility visit that costs time and money many people cannot spare.</a:t>
            </a:r>
            <a:endParaRPr 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63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537M+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F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Adults living with diabetes globally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51960" y="28803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251960" y="3063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 in 2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80560" y="3840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F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Cases estimated to be undiagnosed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55280" y="2880360"/>
            <a:ext cx="3383280" cy="1737360"/>
          </a:xfrm>
          <a:prstGeom prst="roundRect">
            <a:avLst>
              <a:gd name="adj" fmla="val 5263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7955280" y="30632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16</a:t>
            </a: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83880" y="38404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FE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Symptom + demographic features used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49377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9F9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507492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symptom based screening matters   </a:t>
            </a:r>
            <a:r>
              <a:rPr lang="en-US" sz="130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 quick, accessible screening step lets people know when it's worth seeking a real medical test closing the gap before complications set in.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PerdiaPredict</a:t>
            </a: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Diabetes Risk Prediction System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GAP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Problem Statement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9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assets/eye-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3369" y="1944929"/>
            <a:ext cx="362102" cy="3621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56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Symptoms go unnoticed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508760" y="231343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Early stage diabetes symptoms are often mild and easy not to take seriously.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9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assets/map-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929" y="194492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856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access to testing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132320" y="231343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Lab-based screening needs a facility visit, plus cost, time, and distance many cannot spare.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886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9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asset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69" y="4230929"/>
            <a:ext cx="362102" cy="3621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4142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simple self-check tool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508760" y="459943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There is no easy way for someone to get an early indication of risk on their own.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172200" y="388620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F4F9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/home/claude/assets/check-circ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929" y="4230929"/>
            <a:ext cx="362102" cy="3621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14223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gap PerdiaPredict fills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7132320" y="459943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Built to give people a quick, simple, and accessible diabetes risk-screening option.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PerdiaPredict</a:t>
            </a: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Diabetes Risk Prediction System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GOALS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Goals and Objectives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GOAL   </a:t>
            </a:r>
            <a:r>
              <a:rPr lang="en-US" sz="1350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Develop a simple machine-learning web application that estimates a person's risk of early-stage diabetes based on the symptoms they provide.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0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78992" y="262432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ML models on an early-stage diabetes symptom dataset.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172200" y="269748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0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02552" y="262432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 models using accuracy, precision, recall, F1-score, ROC-AUC.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0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078992" y="408736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 an interactive Streamlit app for symptom entry and instant results.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0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02552" y="408736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Generate a downloadable PDF report of the assessment.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56235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0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78992" y="55504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Provide basic nutrition and lifestyle guidance with each result.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172200" y="5623560"/>
            <a:ext cx="384048" cy="38404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5623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092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702552" y="5550408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Include an admin panel to view and manage assessment records.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PerdiaPredict</a:t>
            </a: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Diabetes Risk Prediction System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IMPACT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Importance of the Project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5623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assets/s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0" y="1933042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0992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 accessible first step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572000" y="170992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Gives users a simple way to understand their possible diabetes risk before going for proper medical testing.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304495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asset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770" y="3121762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289864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special equipment needed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572000" y="289864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system works through a web browser, so anyone with a phone or computer can use it.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23367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assets/inf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770" y="4310482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408736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Builds health awareness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4572000" y="408736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Basic nutrition and lifestyle information is provided alongside every assessment result.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548640" y="51663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5422392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/home/claude/assets/bar-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9770" y="5499202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91640" y="5276088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Supports ongoing monitoring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4572000" y="527608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Saved assessment records let the administrator review history and monitor how the system is used.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PerdiaPredict</a:t>
            </a: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Diabetes Risk Prediction System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9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A89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PROCESS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2E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Project Workflow</a:t>
            </a:r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10515600" cy="0"/>
          </a:xfrm>
          <a:prstGeom prst="line">
            <a:avLst/>
          </a:prstGeom>
          <a:noFill/>
          <a:ln w="25400">
            <a:solidFill>
              <a:srgbClr val="D8E9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1521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5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Collection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02920" y="35661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Kaggle symptom dataset collected.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980944" y="23774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29809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5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31720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Preparation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31720" y="35661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Symptoms cleaned and encoded.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9744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48097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5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160520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Training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160520" y="35661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Logistic Regression &amp; Random Forest tested.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638544" y="23774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66385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5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989320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 Integration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989320" y="35661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 added to the Streamlit app.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467344" y="237744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4673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</a:t>
            </a:r>
            <a:endParaRPr lang="en-US" sz="15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818120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 &amp; Report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818120" y="35661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Shows risk result, generates PDF.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296144" y="2377440"/>
            <a:ext cx="548640" cy="5486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6" name="Text 24"/>
          <p:cNvSpPr/>
          <p:nvPr/>
        </p:nvSpPr>
        <p:spPr>
          <a:xfrm>
            <a:off x="10296144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6</a:t>
            </a:r>
            <a:endParaRPr lang="en-US" sz="156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646920" y="310896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2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Deployment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646920" y="3566160"/>
            <a:ext cx="18470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Pushed to GitHub, live on Streamlit Cloud.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0881360" cy="548640"/>
          </a:xfrm>
          <a:prstGeom prst="roundRect">
            <a:avLst>
              <a:gd name="adj" fmla="val 13333"/>
            </a:avLst>
          </a:prstGeom>
          <a:solidFill>
            <a:srgbClr val="F4F9F9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6235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809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From raw Kaggle data to a live, publicly deployed risk-screening tool.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 err="1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PerdiaPredict</a:t>
            </a: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Diabetes Risk Prediction System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E7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7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pul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-13716" y="5247938"/>
            <a:ext cx="12188952" cy="1280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22960" y="105156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 convenient first step for diabetes risk screening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822960" y="236829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1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485" y="2411821"/>
            <a:ext cx="223845" cy="2238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5880" y="225856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Shows how machine learning can give users an initial idea of their possible early-stage diabetes risk from simple symptom and demographic information.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822960" y="341985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2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485" y="3463381"/>
            <a:ext cx="223845" cy="2238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331012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Brings together a trained ML model, a simple Streamlit interface, instant risk results, PDF reports, and basic nutrition and lifestyle guidance.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822960" y="4471416"/>
            <a:ext cx="310896" cy="310896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3" descr="/home/claude/asset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485" y="4514941"/>
            <a:ext cx="223845" cy="2238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361688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7F6F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Offers a convenient screening step that can encourage people with possible risk factors to seek proper medical testing and professional advice.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BFDCD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PerdiaPredict</a:t>
            </a:r>
            <a:r>
              <a:rPr lang="en-US" sz="1100" dirty="0">
                <a:solidFill>
                  <a:srgbClr val="BFDCD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Diabetes Risk Prediction System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720</Words>
  <Application>Microsoft Office PowerPoint</Application>
  <PresentationFormat>Widescreen</PresentationFormat>
  <Paragraphs>112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GROUP 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Esam Mohamed</cp:lastModifiedBy>
  <cp:revision>4</cp:revision>
  <dcterms:created xsi:type="dcterms:W3CDTF">2026-09-18T05:55:47Z</dcterms:created>
  <dcterms:modified xsi:type="dcterms:W3CDTF">2026-09-18T07:37:04Z</dcterms:modified>
</cp:coreProperties>
</file>